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83" r:id="rId2"/>
    <p:sldId id="257" r:id="rId3"/>
    <p:sldId id="282" r:id="rId4"/>
    <p:sldId id="259" r:id="rId5"/>
    <p:sldId id="287" r:id="rId6"/>
    <p:sldId id="288" r:id="rId7"/>
    <p:sldId id="278" r:id="rId8"/>
    <p:sldId id="273" r:id="rId9"/>
    <p:sldId id="262" r:id="rId10"/>
    <p:sldId id="281" r:id="rId11"/>
    <p:sldId id="279" r:id="rId12"/>
    <p:sldId id="284" r:id="rId13"/>
    <p:sldId id="285" r:id="rId14"/>
    <p:sldId id="286" r:id="rId15"/>
    <p:sldId id="280" r:id="rId16"/>
    <p:sldId id="277" r:id="rId17"/>
    <p:sldId id="289" r:id="rId18"/>
    <p:sldId id="27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6493C2-F961-AE6C-C78A-A3E397BAC3D1}" v="77" dt="2026-01-24T07:12:45.064"/>
    <p1510:client id="{857E11F3-F11C-6843-C73E-27677A40A984}" v="240" dt="2026-01-24T07:27:37.625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Raje" userId="S::yogesh@edunetfoundation.org::9e0ba697-e1dc-452b-989f-11655901edb1" providerId="AD" clId="Web-{7AA78274-F908-906D-30B8-02717F7468DA}"/>
    <pc:docChg chg="modSld">
      <pc:chgData name="Yogesh Raje" userId="S::yogesh@edunetfoundation.org::9e0ba697-e1dc-452b-989f-11655901edb1" providerId="AD" clId="Web-{7AA78274-F908-906D-30B8-02717F7468DA}" dt="2026-01-15T05:22:26.930" v="15" actId="20577"/>
      <pc:docMkLst>
        <pc:docMk/>
      </pc:docMkLst>
      <pc:sldChg chg="modSp">
        <pc:chgData name="Yogesh Raje" userId="S::yogesh@edunetfoundation.org::9e0ba697-e1dc-452b-989f-11655901edb1" providerId="AD" clId="Web-{7AA78274-F908-906D-30B8-02717F7468DA}" dt="2026-01-15T05:22:26.930" v="15" actId="20577"/>
        <pc:sldMkLst>
          <pc:docMk/>
          <pc:sldMk cId="957564641" sldId="283"/>
        </pc:sldMkLst>
        <pc:spChg chg="mod">
          <ac:chgData name="Yogesh Raje" userId="S::yogesh@edunetfoundation.org::9e0ba697-e1dc-452b-989f-11655901edb1" providerId="AD" clId="Web-{7AA78274-F908-906D-30B8-02717F7468DA}" dt="2026-01-15T05:22:24.774" v="14" actId="1076"/>
          <ac:spMkLst>
            <pc:docMk/>
            <pc:sldMk cId="957564641" sldId="283"/>
            <ac:spMk id="2" creationId="{9AF97BF8-B3EC-77A2-9BFD-D66830272D56}"/>
          </ac:spMkLst>
        </pc:spChg>
        <pc:spChg chg="mod">
          <ac:chgData name="Yogesh Raje" userId="S::yogesh@edunetfoundation.org::9e0ba697-e1dc-452b-989f-11655901edb1" providerId="AD" clId="Web-{7AA78274-F908-906D-30B8-02717F7468DA}" dt="2026-01-15T05:22:26.930" v="15" actId="20577"/>
          <ac:spMkLst>
            <pc:docMk/>
            <pc:sldMk cId="957564641" sldId="283"/>
            <ac:spMk id="3" creationId="{FFAB85A1-2169-FF43-3E91-E2E8ADA742FF}"/>
          </ac:spMkLst>
        </pc:spChg>
      </pc:sldChg>
    </pc:docChg>
  </pc:docChgLst>
  <pc:docChgLst>
    <pc:chgData name="Thoufiq Z" userId="S::thoufiqz@edunetfoundation.org::83fa815d-fc3a-4272-b584-16b68fbcd8b9" providerId="AD" clId="Web-{392FB351-EFB2-ADE2-BBDC-DA8A76A84AAE}"/>
    <pc:docChg chg="modSld">
      <pc:chgData name="Thoufiq Z" userId="S::thoufiqz@edunetfoundation.org::83fa815d-fc3a-4272-b584-16b68fbcd8b9" providerId="AD" clId="Web-{392FB351-EFB2-ADE2-BBDC-DA8A76A84AAE}" dt="2026-01-22T06:07:07.605" v="0" actId="1076"/>
      <pc:docMkLst>
        <pc:docMk/>
      </pc:docMkLst>
      <pc:sldChg chg="modSp">
        <pc:chgData name="Thoufiq Z" userId="S::thoufiqz@edunetfoundation.org::83fa815d-fc3a-4272-b584-16b68fbcd8b9" providerId="AD" clId="Web-{392FB351-EFB2-ADE2-BBDC-DA8A76A84AAE}" dt="2026-01-22T06:07:07.605" v="0" actId="1076"/>
        <pc:sldMkLst>
          <pc:docMk/>
          <pc:sldMk cId="2772501912" sldId="279"/>
        </pc:sldMkLst>
        <pc:picChg chg="mod">
          <ac:chgData name="Thoufiq Z" userId="S::thoufiqz@edunetfoundation.org::83fa815d-fc3a-4272-b584-16b68fbcd8b9" providerId="AD" clId="Web-{392FB351-EFB2-ADE2-BBDC-DA8A76A84AAE}" dt="2026-01-22T06:07:07.605" v="0" actId="1076"/>
          <ac:picMkLst>
            <pc:docMk/>
            <pc:sldMk cId="2772501912" sldId="279"/>
            <ac:picMk id="3" creationId="{11BF3590-52D3-DC9D-2C84-E66D9597D77D}"/>
          </ac:picMkLst>
        </pc:picChg>
      </pc:sldChg>
    </pc:docChg>
  </pc:docChgLst>
  <pc:docChgLst>
    <pc:chgData name="Guest User" userId="S::urn:spo:tenantanon#ad06ef22-d6dc-4a55-b4c1-c3a158f5f147::" providerId="AD" clId="Web-{696493C2-F961-AE6C-C78A-A3E397BAC3D1}"/>
    <pc:docChg chg="addSld delSld modSld sldOrd">
      <pc:chgData name="Guest User" userId="S::urn:spo:tenantanon#ad06ef22-d6dc-4a55-b4c1-c3a158f5f147::" providerId="AD" clId="Web-{696493C2-F961-AE6C-C78A-A3E397BAC3D1}" dt="2026-01-24T07:12:45.064" v="42" actId="1076"/>
      <pc:docMkLst>
        <pc:docMk/>
      </pc:docMkLst>
      <pc:sldChg chg="addSp modSp">
        <pc:chgData name="Guest User" userId="S::urn:spo:tenantanon#ad06ef22-d6dc-4a55-b4c1-c3a158f5f147::" providerId="AD" clId="Web-{696493C2-F961-AE6C-C78A-A3E397BAC3D1}" dt="2026-01-24T07:12:45.064" v="42" actId="1076"/>
        <pc:sldMkLst>
          <pc:docMk/>
          <pc:sldMk cId="0" sldId="257"/>
        </pc:sldMkLst>
        <pc:picChg chg="add mod">
          <ac:chgData name="Guest User" userId="S::urn:spo:tenantanon#ad06ef22-d6dc-4a55-b4c1-c3a158f5f147::" providerId="AD" clId="Web-{696493C2-F961-AE6C-C78A-A3E397BAC3D1}" dt="2026-01-24T07:12:45.064" v="42" actId="1076"/>
          <ac:picMkLst>
            <pc:docMk/>
            <pc:sldMk cId="0" sldId="257"/>
            <ac:picMk id="2" creationId="{330C9D4A-B972-85E9-7C58-A77163220759}"/>
          </ac:picMkLst>
        </pc:picChg>
        <pc:picChg chg="mod">
          <ac:chgData name="Guest User" userId="S::urn:spo:tenantanon#ad06ef22-d6dc-4a55-b4c1-c3a158f5f147::" providerId="AD" clId="Web-{696493C2-F961-AE6C-C78A-A3E397BAC3D1}" dt="2026-01-24T07:12:38.471" v="40" actId="1076"/>
          <ac:picMkLst>
            <pc:docMk/>
            <pc:sldMk cId="0" sldId="257"/>
            <ac:picMk id="98" creationId="{00000000-0000-0000-0000-000000000000}"/>
          </ac:picMkLst>
        </pc:picChg>
      </pc:sldChg>
      <pc:sldChg chg="del">
        <pc:chgData name="Guest User" userId="S::urn:spo:tenantanon#ad06ef22-d6dc-4a55-b4c1-c3a158f5f147::" providerId="AD" clId="Web-{696493C2-F961-AE6C-C78A-A3E397BAC3D1}" dt="2026-01-24T07:11:10.355" v="30"/>
        <pc:sldMkLst>
          <pc:docMk/>
          <pc:sldMk cId="0" sldId="260"/>
        </pc:sldMkLst>
      </pc:sldChg>
      <pc:sldChg chg="modSp">
        <pc:chgData name="Guest User" userId="S::urn:spo:tenantanon#ad06ef22-d6dc-4a55-b4c1-c3a158f5f147::" providerId="AD" clId="Web-{696493C2-F961-AE6C-C78A-A3E397BAC3D1}" dt="2026-01-24T07:12:27.846" v="39" actId="20577"/>
        <pc:sldMkLst>
          <pc:docMk/>
          <pc:sldMk cId="0" sldId="262"/>
        </pc:sldMkLst>
        <pc:spChg chg="mod">
          <ac:chgData name="Guest User" userId="S::urn:spo:tenantanon#ad06ef22-d6dc-4a55-b4c1-c3a158f5f147::" providerId="AD" clId="Web-{696493C2-F961-AE6C-C78A-A3E397BAC3D1}" dt="2026-01-24T07:12:27.846" v="39" actId="20577"/>
          <ac:spMkLst>
            <pc:docMk/>
            <pc:sldMk cId="0" sldId="262"/>
            <ac:spMk id="179" creationId="{00000000-0000-0000-0000-000000000000}"/>
          </ac:spMkLst>
        </pc:spChg>
      </pc:sldChg>
      <pc:sldChg chg="del">
        <pc:chgData name="Guest User" userId="S::urn:spo:tenantanon#ad06ef22-d6dc-4a55-b4c1-c3a158f5f147::" providerId="AD" clId="Web-{696493C2-F961-AE6C-C78A-A3E397BAC3D1}" dt="2026-01-24T07:09:11.881" v="10"/>
        <pc:sldMkLst>
          <pc:docMk/>
          <pc:sldMk cId="0" sldId="264"/>
        </pc:sldMkLst>
      </pc:sldChg>
      <pc:sldChg chg="ord">
        <pc:chgData name="Guest User" userId="S::urn:spo:tenantanon#ad06ef22-d6dc-4a55-b4c1-c3a158f5f147::" providerId="AD" clId="Web-{696493C2-F961-AE6C-C78A-A3E397BAC3D1}" dt="2026-01-24T07:10:35.495" v="28"/>
        <pc:sldMkLst>
          <pc:docMk/>
          <pc:sldMk cId="3764405840" sldId="278"/>
        </pc:sldMkLst>
      </pc:sldChg>
      <pc:sldChg chg="addSp modSp ord">
        <pc:chgData name="Guest User" userId="S::urn:spo:tenantanon#ad06ef22-d6dc-4a55-b4c1-c3a158f5f147::" providerId="AD" clId="Web-{696493C2-F961-AE6C-C78A-A3E397BAC3D1}" dt="2026-01-24T07:08:56.974" v="9"/>
        <pc:sldMkLst>
          <pc:docMk/>
          <pc:sldMk cId="2772501912" sldId="279"/>
        </pc:sldMkLst>
        <pc:spChg chg="add mod">
          <ac:chgData name="Guest User" userId="S::urn:spo:tenantanon#ad06ef22-d6dc-4a55-b4c1-c3a158f5f147::" providerId="AD" clId="Web-{696493C2-F961-AE6C-C78A-A3E397BAC3D1}" dt="2026-01-24T07:08:48.974" v="8" actId="20577"/>
          <ac:spMkLst>
            <pc:docMk/>
            <pc:sldMk cId="2772501912" sldId="279"/>
            <ac:spMk id="2" creationId="{48079FEC-4447-C4FA-64A4-CB532564DAF6}"/>
          </ac:spMkLst>
        </pc:spChg>
      </pc:sldChg>
      <pc:sldChg chg="ord">
        <pc:chgData name="Guest User" userId="S::urn:spo:tenantanon#ad06ef22-d6dc-4a55-b4c1-c3a158f5f147::" providerId="AD" clId="Web-{696493C2-F961-AE6C-C78A-A3E397BAC3D1}" dt="2026-01-24T07:10:52.089" v="29"/>
        <pc:sldMkLst>
          <pc:docMk/>
          <pc:sldMk cId="328526394" sldId="281"/>
        </pc:sldMkLst>
      </pc:sldChg>
      <pc:sldChg chg="modSp add replId">
        <pc:chgData name="Guest User" userId="S::urn:spo:tenantanon#ad06ef22-d6dc-4a55-b4c1-c3a158f5f147::" providerId="AD" clId="Web-{696493C2-F961-AE6C-C78A-A3E397BAC3D1}" dt="2026-01-24T07:09:33.068" v="20" actId="20577"/>
        <pc:sldMkLst>
          <pc:docMk/>
          <pc:sldMk cId="795043773" sldId="284"/>
        </pc:sldMkLst>
        <pc:spChg chg="mod">
          <ac:chgData name="Guest User" userId="S::urn:spo:tenantanon#ad06ef22-d6dc-4a55-b4c1-c3a158f5f147::" providerId="AD" clId="Web-{696493C2-F961-AE6C-C78A-A3E397BAC3D1}" dt="2026-01-24T07:09:33.068" v="20" actId="20577"/>
          <ac:spMkLst>
            <pc:docMk/>
            <pc:sldMk cId="795043773" sldId="284"/>
            <ac:spMk id="2" creationId="{DD23FCBA-FC00-378F-C117-12DC1F4FD6E0}"/>
          </ac:spMkLst>
        </pc:spChg>
      </pc:sldChg>
      <pc:sldChg chg="modSp add replId">
        <pc:chgData name="Guest User" userId="S::urn:spo:tenantanon#ad06ef22-d6dc-4a55-b4c1-c3a158f5f147::" providerId="AD" clId="Web-{696493C2-F961-AE6C-C78A-A3E397BAC3D1}" dt="2026-01-24T07:09:48.006" v="22" actId="20577"/>
        <pc:sldMkLst>
          <pc:docMk/>
          <pc:sldMk cId="1135684311" sldId="285"/>
        </pc:sldMkLst>
        <pc:spChg chg="mod">
          <ac:chgData name="Guest User" userId="S::urn:spo:tenantanon#ad06ef22-d6dc-4a55-b4c1-c3a158f5f147::" providerId="AD" clId="Web-{696493C2-F961-AE6C-C78A-A3E397BAC3D1}" dt="2026-01-24T07:09:48.006" v="22" actId="20577"/>
          <ac:spMkLst>
            <pc:docMk/>
            <pc:sldMk cId="1135684311" sldId="285"/>
            <ac:spMk id="2" creationId="{6FFE5FD7-2292-570F-1397-1E9287F8CB9D}"/>
          </ac:spMkLst>
        </pc:spChg>
      </pc:sldChg>
      <pc:sldChg chg="modSp add replId">
        <pc:chgData name="Guest User" userId="S::urn:spo:tenantanon#ad06ef22-d6dc-4a55-b4c1-c3a158f5f147::" providerId="AD" clId="Web-{696493C2-F961-AE6C-C78A-A3E397BAC3D1}" dt="2026-01-24T07:09:56.521" v="25" actId="20577"/>
        <pc:sldMkLst>
          <pc:docMk/>
          <pc:sldMk cId="1138841112" sldId="286"/>
        </pc:sldMkLst>
        <pc:spChg chg="mod">
          <ac:chgData name="Guest User" userId="S::urn:spo:tenantanon#ad06ef22-d6dc-4a55-b4c1-c3a158f5f147::" providerId="AD" clId="Web-{696493C2-F961-AE6C-C78A-A3E397BAC3D1}" dt="2026-01-24T07:09:56.521" v="25" actId="20577"/>
          <ac:spMkLst>
            <pc:docMk/>
            <pc:sldMk cId="1138841112" sldId="286"/>
            <ac:spMk id="2" creationId="{CF9D04B6-7646-B3BF-9A84-684A467FADAB}"/>
          </ac:spMkLst>
        </pc:spChg>
      </pc:sldChg>
    </pc:docChg>
  </pc:docChgLst>
  <pc:docChgLst>
    <pc:chgData name="Yogesh Raje" userId="S::yogesh@edunetfoundation.org::9e0ba697-e1dc-452b-989f-11655901edb1" providerId="AD" clId="Web-{857E11F3-F11C-6843-C73E-27677A40A984}"/>
    <pc:docChg chg="addSld delSld modSld sldOrd">
      <pc:chgData name="Yogesh Raje" userId="S::yogesh@edunetfoundation.org::9e0ba697-e1dc-452b-989f-11655901edb1" providerId="AD" clId="Web-{857E11F3-F11C-6843-C73E-27677A40A984}" dt="2026-01-24T07:27:35.250" v="160" actId="20577"/>
      <pc:docMkLst>
        <pc:docMk/>
      </pc:docMkLst>
      <pc:sldChg chg="addSp">
        <pc:chgData name="Yogesh Raje" userId="S::yogesh@edunetfoundation.org::9e0ba697-e1dc-452b-989f-11655901edb1" providerId="AD" clId="Web-{857E11F3-F11C-6843-C73E-27677A40A984}" dt="2026-01-24T07:25:33.140" v="128"/>
        <pc:sldMkLst>
          <pc:docMk/>
          <pc:sldMk cId="0" sldId="257"/>
        </pc:sldMkLst>
        <pc:picChg chg="add">
          <ac:chgData name="Yogesh Raje" userId="S::yogesh@edunetfoundation.org::9e0ba697-e1dc-452b-989f-11655901edb1" providerId="AD" clId="Web-{857E11F3-F11C-6843-C73E-27677A40A984}" dt="2026-01-24T07:25:33.140" v="128"/>
          <ac:picMkLst>
            <pc:docMk/>
            <pc:sldMk cId="0" sldId="257"/>
            <ac:picMk id="4" creationId="{93071BE8-5070-42BA-3450-6F0039B8532C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5:39.546" v="130"/>
        <pc:sldMkLst>
          <pc:docMk/>
          <pc:sldMk cId="0" sldId="259"/>
        </pc:sldMkLst>
        <pc:spChg chg="add mod">
          <ac:chgData name="Yogesh Raje" userId="S::yogesh@edunetfoundation.org::9e0ba697-e1dc-452b-989f-11655901edb1" providerId="AD" clId="Web-{857E11F3-F11C-6843-C73E-27677A40A984}" dt="2026-01-24T07:17:44.196" v="33" actId="20577"/>
          <ac:spMkLst>
            <pc:docMk/>
            <pc:sldMk cId="0" sldId="259"/>
            <ac:spMk id="3" creationId="{2F548320-B634-92CD-C520-43B25557F859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39.546" v="130"/>
          <ac:picMkLst>
            <pc:docMk/>
            <pc:sldMk cId="0" sldId="259"/>
            <ac:picMk id="5" creationId="{68EE1157-422B-2DEC-F7BF-0A06B973C983}"/>
          </ac:picMkLst>
        </pc:picChg>
        <pc:picChg chg="del">
          <ac:chgData name="Yogesh Raje" userId="S::yogesh@edunetfoundation.org::9e0ba697-e1dc-452b-989f-11655901edb1" providerId="AD" clId="Web-{857E11F3-F11C-6843-C73E-27677A40A984}" dt="2026-01-24T07:16:16.991" v="16"/>
          <ac:picMkLst>
            <pc:docMk/>
            <pc:sldMk cId="0" sldId="259"/>
            <ac:picMk id="115" creationId="{00000000-0000-0000-0000-000000000000}"/>
          </ac:picMkLst>
        </pc:picChg>
      </pc:sldChg>
      <pc:sldChg chg="addSp modSp">
        <pc:chgData name="Yogesh Raje" userId="S::yogesh@edunetfoundation.org::9e0ba697-e1dc-452b-989f-11655901edb1" providerId="AD" clId="Web-{857E11F3-F11C-6843-C73E-27677A40A984}" dt="2026-01-24T07:25:59.343" v="136" actId="14100"/>
        <pc:sldMkLst>
          <pc:docMk/>
          <pc:sldMk cId="0" sldId="262"/>
        </pc:sldMkLst>
        <pc:spChg chg="mod">
          <ac:chgData name="Yogesh Raje" userId="S::yogesh@edunetfoundation.org::9e0ba697-e1dc-452b-989f-11655901edb1" providerId="AD" clId="Web-{857E11F3-F11C-6843-C73E-27677A40A984}" dt="2026-01-24T07:19:31.666" v="54" actId="1076"/>
          <ac:spMkLst>
            <pc:docMk/>
            <pc:sldMk cId="0" sldId="262"/>
            <ac:spMk id="179" creationId="{00000000-0000-0000-0000-000000000000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54.453" v="135"/>
          <ac:picMkLst>
            <pc:docMk/>
            <pc:sldMk cId="0" sldId="262"/>
            <ac:picMk id="3" creationId="{13F004CF-732B-B365-E320-17AD7B82A8D0}"/>
          </ac:picMkLst>
        </pc:picChg>
        <pc:picChg chg="mod">
          <ac:chgData name="Yogesh Raje" userId="S::yogesh@edunetfoundation.org::9e0ba697-e1dc-452b-989f-11655901edb1" providerId="AD" clId="Web-{857E11F3-F11C-6843-C73E-27677A40A984}" dt="2026-01-24T07:25:59.343" v="136" actId="14100"/>
          <ac:picMkLst>
            <pc:docMk/>
            <pc:sldMk cId="0" sldId="262"/>
            <ac:picMk id="178" creationId="{00000000-0000-0000-0000-000000000000}"/>
          </ac:picMkLst>
        </pc:picChg>
      </pc:sldChg>
      <pc:sldChg chg="addSp delSp modSp ord">
        <pc:chgData name="Yogesh Raje" userId="S::yogesh@edunetfoundation.org::9e0ba697-e1dc-452b-989f-11655901edb1" providerId="AD" clId="Web-{857E11F3-F11C-6843-C73E-27677A40A984}" dt="2026-01-24T07:25:51.687" v="134"/>
        <pc:sldMkLst>
          <pc:docMk/>
          <pc:sldMk cId="0" sldId="273"/>
        </pc:sldMkLst>
        <pc:spChg chg="mod">
          <ac:chgData name="Yogesh Raje" userId="S::yogesh@edunetfoundation.org::9e0ba697-e1dc-452b-989f-11655901edb1" providerId="AD" clId="Web-{857E11F3-F11C-6843-C73E-27677A40A984}" dt="2026-01-24T07:21:46.793" v="105" actId="1076"/>
          <ac:spMkLst>
            <pc:docMk/>
            <pc:sldMk cId="0" sldId="273"/>
            <ac:spMk id="279" creationId="{00000000-0000-0000-0000-000000000000}"/>
          </ac:spMkLst>
        </pc:spChg>
        <pc:spChg chg="mod">
          <ac:chgData name="Yogesh Raje" userId="S::yogesh@edunetfoundation.org::9e0ba697-e1dc-452b-989f-11655901edb1" providerId="AD" clId="Web-{857E11F3-F11C-6843-C73E-27677A40A984}" dt="2026-01-24T07:21:49.153" v="106" actId="1076"/>
          <ac:spMkLst>
            <pc:docMk/>
            <pc:sldMk cId="0" sldId="273"/>
            <ac:spMk id="280" creationId="{00000000-0000-0000-0000-000000000000}"/>
          </ac:spMkLst>
        </pc:spChg>
        <pc:spChg chg="mod">
          <ac:chgData name="Yogesh Raje" userId="S::yogesh@edunetfoundation.org::9e0ba697-e1dc-452b-989f-11655901edb1" providerId="AD" clId="Web-{857E11F3-F11C-6843-C73E-27677A40A984}" dt="2026-01-24T07:21:52.246" v="107" actId="1076"/>
          <ac:spMkLst>
            <pc:docMk/>
            <pc:sldMk cId="0" sldId="273"/>
            <ac:spMk id="281" creationId="{00000000-0000-0000-0000-000000000000}"/>
          </ac:spMkLst>
        </pc:spChg>
        <pc:spChg chg="del mod">
          <ac:chgData name="Yogesh Raje" userId="S::yogesh@edunetfoundation.org::9e0ba697-e1dc-452b-989f-11655901edb1" providerId="AD" clId="Web-{857E11F3-F11C-6843-C73E-27677A40A984}" dt="2026-01-24T07:22:01.356" v="109"/>
          <ac:spMkLst>
            <pc:docMk/>
            <pc:sldMk cId="0" sldId="273"/>
            <ac:spMk id="282" creationId="{00000000-0000-0000-0000-000000000000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51.687" v="134"/>
          <ac:picMkLst>
            <pc:docMk/>
            <pc:sldMk cId="0" sldId="273"/>
            <ac:picMk id="3" creationId="{676BD740-4294-408A-9014-7C75E9F50954}"/>
          </ac:picMkLst>
        </pc:picChg>
      </pc:sldChg>
      <pc:sldChg chg="addSp">
        <pc:chgData name="Yogesh Raje" userId="S::yogesh@edunetfoundation.org::9e0ba697-e1dc-452b-989f-11655901edb1" providerId="AD" clId="Web-{857E11F3-F11C-6843-C73E-27677A40A984}" dt="2026-01-24T07:26:14.625" v="144"/>
        <pc:sldMkLst>
          <pc:docMk/>
          <pc:sldMk cId="0" sldId="276"/>
        </pc:sldMkLst>
        <pc:picChg chg="add">
          <ac:chgData name="Yogesh Raje" userId="S::yogesh@edunetfoundation.org::9e0ba697-e1dc-452b-989f-11655901edb1" providerId="AD" clId="Web-{857E11F3-F11C-6843-C73E-27677A40A984}" dt="2026-01-24T07:26:14.625" v="144"/>
          <ac:picMkLst>
            <pc:docMk/>
            <pc:sldMk cId="0" sldId="276"/>
            <ac:picMk id="3" creationId="{BA9DDD0D-7A91-1E4E-00BA-F7FF05ABF76F}"/>
          </ac:picMkLst>
        </pc:picChg>
      </pc:sldChg>
      <pc:sldChg chg="addSp ord">
        <pc:chgData name="Yogesh Raje" userId="S::yogesh@edunetfoundation.org::9e0ba697-e1dc-452b-989f-11655901edb1" providerId="AD" clId="Web-{857E11F3-F11C-6843-C73E-27677A40A984}" dt="2026-01-24T07:26:13.031" v="143"/>
        <pc:sldMkLst>
          <pc:docMk/>
          <pc:sldMk cId="2115484872" sldId="277"/>
        </pc:sldMkLst>
        <pc:picChg chg="add">
          <ac:chgData name="Yogesh Raje" userId="S::yogesh@edunetfoundation.org::9e0ba697-e1dc-452b-989f-11655901edb1" providerId="AD" clId="Web-{857E11F3-F11C-6843-C73E-27677A40A984}" dt="2026-01-24T07:26:13.031" v="143"/>
          <ac:picMkLst>
            <pc:docMk/>
            <pc:sldMk cId="2115484872" sldId="277"/>
            <ac:picMk id="3" creationId="{B8925A06-F7F9-F25E-EBB3-1891B33446BF}"/>
          </ac:picMkLst>
        </pc:picChg>
      </pc:sldChg>
      <pc:sldChg chg="addSp">
        <pc:chgData name="Yogesh Raje" userId="S::yogesh@edunetfoundation.org::9e0ba697-e1dc-452b-989f-11655901edb1" providerId="AD" clId="Web-{857E11F3-F11C-6843-C73E-27677A40A984}" dt="2026-01-24T07:25:48.437" v="133"/>
        <pc:sldMkLst>
          <pc:docMk/>
          <pc:sldMk cId="3764405840" sldId="278"/>
        </pc:sldMkLst>
        <pc:picChg chg="add">
          <ac:chgData name="Yogesh Raje" userId="S::yogesh@edunetfoundation.org::9e0ba697-e1dc-452b-989f-11655901edb1" providerId="AD" clId="Web-{857E11F3-F11C-6843-C73E-27677A40A984}" dt="2026-01-24T07:25:48.437" v="133"/>
          <ac:picMkLst>
            <pc:docMk/>
            <pc:sldMk cId="3764405840" sldId="278"/>
            <ac:picMk id="5" creationId="{BD72C005-E1BD-D1EA-4A68-50937DBCE5A8}"/>
          </ac:picMkLst>
        </pc:picChg>
      </pc:sldChg>
      <pc:sldChg chg="addSp delSp modSp ord">
        <pc:chgData name="Yogesh Raje" userId="S::yogesh@edunetfoundation.org::9e0ba697-e1dc-452b-989f-11655901edb1" providerId="AD" clId="Web-{857E11F3-F11C-6843-C73E-27677A40A984}" dt="2026-01-24T07:26:03.906" v="138"/>
        <pc:sldMkLst>
          <pc:docMk/>
          <pc:sldMk cId="2772501912" sldId="279"/>
        </pc:sldMkLst>
        <pc:spChg chg="mod">
          <ac:chgData name="Yogesh Raje" userId="S::yogesh@edunetfoundation.org::9e0ba697-e1dc-452b-989f-11655901edb1" providerId="AD" clId="Web-{857E11F3-F11C-6843-C73E-27677A40A984}" dt="2026-01-24T07:20:31.261" v="73" actId="1076"/>
          <ac:spMkLst>
            <pc:docMk/>
            <pc:sldMk cId="2772501912" sldId="279"/>
            <ac:spMk id="2" creationId="{48079FEC-4447-C4FA-64A4-CB532564DAF6}"/>
          </ac:spMkLst>
        </pc:spChg>
        <pc:spChg chg="del mod">
          <ac:chgData name="Yogesh Raje" userId="S::yogesh@edunetfoundation.org::9e0ba697-e1dc-452b-989f-11655901edb1" providerId="AD" clId="Web-{857E11F3-F11C-6843-C73E-27677A40A984}" dt="2026-01-24T07:23:04.044" v="121"/>
          <ac:spMkLst>
            <pc:docMk/>
            <pc:sldMk cId="2772501912" sldId="279"/>
            <ac:spMk id="179" creationId="{B44D301C-393F-354F-3E88-518CAEB33CE6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57.528" v="119" actId="1076"/>
          <ac:picMkLst>
            <pc:docMk/>
            <pc:sldMk cId="2772501912" sldId="279"/>
            <ac:picMk id="3" creationId="{11BF3590-52D3-DC9D-2C84-E66D9597D77D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3.906" v="138"/>
          <ac:picMkLst>
            <pc:docMk/>
            <pc:sldMk cId="2772501912" sldId="279"/>
            <ac:picMk id="5" creationId="{073ADE60-811A-97E9-24FE-F2F7F61FA469}"/>
          </ac:picMkLst>
        </pc:picChg>
      </pc:sldChg>
      <pc:sldChg chg="addSp">
        <pc:chgData name="Yogesh Raje" userId="S::yogesh@edunetfoundation.org::9e0ba697-e1dc-452b-989f-11655901edb1" providerId="AD" clId="Web-{857E11F3-F11C-6843-C73E-27677A40A984}" dt="2026-01-24T07:26:11.156" v="142"/>
        <pc:sldMkLst>
          <pc:docMk/>
          <pc:sldMk cId="2136706720" sldId="280"/>
        </pc:sldMkLst>
        <pc:picChg chg="add">
          <ac:chgData name="Yogesh Raje" userId="S::yogesh@edunetfoundation.org::9e0ba697-e1dc-452b-989f-11655901edb1" providerId="AD" clId="Web-{857E11F3-F11C-6843-C73E-27677A40A984}" dt="2026-01-24T07:26:11.156" v="142"/>
          <ac:picMkLst>
            <pc:docMk/>
            <pc:sldMk cId="2136706720" sldId="280"/>
            <ac:picMk id="3" creationId="{B96DCFED-2C83-7A17-CDB2-A4F4D4BBD1D5}"/>
          </ac:picMkLst>
        </pc:picChg>
      </pc:sldChg>
      <pc:sldChg chg="addSp modSp ord">
        <pc:chgData name="Yogesh Raje" userId="S::yogesh@edunetfoundation.org::9e0ba697-e1dc-452b-989f-11655901edb1" providerId="AD" clId="Web-{857E11F3-F11C-6843-C73E-27677A40A984}" dt="2026-01-24T07:26:01.437" v="137"/>
        <pc:sldMkLst>
          <pc:docMk/>
          <pc:sldMk cId="328526394" sldId="281"/>
        </pc:sldMkLst>
        <pc:spChg chg="mod">
          <ac:chgData name="Yogesh Raje" userId="S::yogesh@edunetfoundation.org::9e0ba697-e1dc-452b-989f-11655901edb1" providerId="AD" clId="Web-{857E11F3-F11C-6843-C73E-27677A40A984}" dt="2026-01-24T07:19:49.417" v="58" actId="20577"/>
          <ac:spMkLst>
            <pc:docMk/>
            <pc:sldMk cId="328526394" sldId="281"/>
            <ac:spMk id="135" creationId="{2A145802-2DD3-EEBA-7D44-210C05B98C91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6:01.437" v="137"/>
          <ac:picMkLst>
            <pc:docMk/>
            <pc:sldMk cId="328526394" sldId="281"/>
            <ac:picMk id="4" creationId="{F55A7959-9FC6-1DAE-7A47-36165450EF19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5:36.312" v="129"/>
        <pc:sldMkLst>
          <pc:docMk/>
          <pc:sldMk cId="2952584201" sldId="282"/>
        </pc:sldMkLst>
        <pc:spChg chg="add mod">
          <ac:chgData name="Yogesh Raje" userId="S::yogesh@edunetfoundation.org::9e0ba697-e1dc-452b-989f-11655901edb1" providerId="AD" clId="Web-{857E11F3-F11C-6843-C73E-27677A40A984}" dt="2026-01-24T07:18:16.009" v="45" actId="1076"/>
          <ac:spMkLst>
            <pc:docMk/>
            <pc:sldMk cId="2952584201" sldId="282"/>
            <ac:spMk id="3" creationId="{9C57FE32-8AA8-E540-E0AA-C9737C71A0E2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36.312" v="129"/>
          <ac:picMkLst>
            <pc:docMk/>
            <pc:sldMk cId="2952584201" sldId="282"/>
            <ac:picMk id="5" creationId="{E7A64CCA-ED49-69BC-3595-2C1CBD5E6D02}"/>
          </ac:picMkLst>
        </pc:picChg>
        <pc:picChg chg="del">
          <ac:chgData name="Yogesh Raje" userId="S::yogesh@edunetfoundation.org::9e0ba697-e1dc-452b-989f-11655901edb1" providerId="AD" clId="Web-{857E11F3-F11C-6843-C73E-27677A40A984}" dt="2026-01-24T07:18:12.337" v="44"/>
          <ac:picMkLst>
            <pc:docMk/>
            <pc:sldMk cId="2952584201" sldId="282"/>
            <ac:picMk id="106" creationId="{286A03B7-10C8-4B3E-AB7E-1BEE35090A27}"/>
          </ac:picMkLst>
        </pc:picChg>
      </pc:sldChg>
      <pc:sldChg chg="addSp modSp">
        <pc:chgData name="Yogesh Raje" userId="S::yogesh@edunetfoundation.org::9e0ba697-e1dc-452b-989f-11655901edb1" providerId="AD" clId="Web-{857E11F3-F11C-6843-C73E-27677A40A984}" dt="2026-01-24T07:25:23.795" v="127" actId="1076"/>
        <pc:sldMkLst>
          <pc:docMk/>
          <pc:sldMk cId="957564641" sldId="283"/>
        </pc:sldMkLst>
        <pc:picChg chg="add mod">
          <ac:chgData name="Yogesh Raje" userId="S::yogesh@edunetfoundation.org::9e0ba697-e1dc-452b-989f-11655901edb1" providerId="AD" clId="Web-{857E11F3-F11C-6843-C73E-27677A40A984}" dt="2026-01-24T07:25:23.795" v="127" actId="1076"/>
          <ac:picMkLst>
            <pc:docMk/>
            <pc:sldMk cId="957564641" sldId="283"/>
            <ac:picMk id="4" creationId="{9270813B-BF9E-B61A-92D0-FA37C990652F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6:05.640" v="139"/>
        <pc:sldMkLst>
          <pc:docMk/>
          <pc:sldMk cId="795043773" sldId="284"/>
        </pc:sldMkLst>
        <pc:spChg chg="mod">
          <ac:chgData name="Yogesh Raje" userId="S::yogesh@edunetfoundation.org::9e0ba697-e1dc-452b-989f-11655901edb1" providerId="AD" clId="Web-{857E11F3-F11C-6843-C73E-27677A40A984}" dt="2026-01-24T07:20:47.043" v="80" actId="14100"/>
          <ac:spMkLst>
            <pc:docMk/>
            <pc:sldMk cId="795043773" sldId="284"/>
            <ac:spMk id="2" creationId="{DD23FCBA-FC00-378F-C117-12DC1F4FD6E0}"/>
          </ac:spMkLst>
        </pc:spChg>
        <pc:spChg chg="del mod">
          <ac:chgData name="Yogesh Raje" userId="S::yogesh@edunetfoundation.org::9e0ba697-e1dc-452b-989f-11655901edb1" providerId="AD" clId="Web-{857E11F3-F11C-6843-C73E-27677A40A984}" dt="2026-01-24T07:22:53.903" v="118"/>
          <ac:spMkLst>
            <pc:docMk/>
            <pc:sldMk cId="795043773" sldId="284"/>
            <ac:spMk id="179" creationId="{6C4F1F88-83AE-DF8E-66C7-44F62D1C5252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39.606" v="115" actId="1076"/>
          <ac:picMkLst>
            <pc:docMk/>
            <pc:sldMk cId="795043773" sldId="284"/>
            <ac:picMk id="3" creationId="{D92F9EA0-945F-B25A-20C3-D63B1F62EF29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5.640" v="139"/>
          <ac:picMkLst>
            <pc:docMk/>
            <pc:sldMk cId="795043773" sldId="284"/>
            <ac:picMk id="5" creationId="{C9B59E40-7B3E-CFB4-3FD9-6C10E068F0AF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6:07.828" v="140"/>
        <pc:sldMkLst>
          <pc:docMk/>
          <pc:sldMk cId="1135684311" sldId="285"/>
        </pc:sldMkLst>
        <pc:spChg chg="mod">
          <ac:chgData name="Yogesh Raje" userId="S::yogesh@edunetfoundation.org::9e0ba697-e1dc-452b-989f-11655901edb1" providerId="AD" clId="Web-{857E11F3-F11C-6843-C73E-27677A40A984}" dt="2026-01-24T07:21:00.949" v="92" actId="14100"/>
          <ac:spMkLst>
            <pc:docMk/>
            <pc:sldMk cId="1135684311" sldId="285"/>
            <ac:spMk id="2" creationId="{6FFE5FD7-2292-570F-1397-1E9287F8CB9D}"/>
          </ac:spMkLst>
        </pc:spChg>
        <pc:spChg chg="del">
          <ac:chgData name="Yogesh Raje" userId="S::yogesh@edunetfoundation.org::9e0ba697-e1dc-452b-989f-11655901edb1" providerId="AD" clId="Web-{857E11F3-F11C-6843-C73E-27677A40A984}" dt="2026-01-24T07:22:36.918" v="114"/>
          <ac:spMkLst>
            <pc:docMk/>
            <pc:sldMk cId="1135684311" sldId="285"/>
            <ac:spMk id="179" creationId="{C99901E6-E51F-5E94-2543-5AC8E1E4E2C4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31.168" v="113" actId="1076"/>
          <ac:picMkLst>
            <pc:docMk/>
            <pc:sldMk cId="1135684311" sldId="285"/>
            <ac:picMk id="3" creationId="{49BD6667-B0AB-E1EE-4A88-EF769D5A1818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7.828" v="140"/>
          <ac:picMkLst>
            <pc:docMk/>
            <pc:sldMk cId="1135684311" sldId="285"/>
            <ac:picMk id="5" creationId="{A9872FD1-7A0B-E5B9-638C-B95C4CCFE94C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6:09.375" v="141"/>
        <pc:sldMkLst>
          <pc:docMk/>
          <pc:sldMk cId="1138841112" sldId="286"/>
        </pc:sldMkLst>
        <pc:spChg chg="mod">
          <ac:chgData name="Yogesh Raje" userId="S::yogesh@edunetfoundation.org::9e0ba697-e1dc-452b-989f-11655901edb1" providerId="AD" clId="Web-{857E11F3-F11C-6843-C73E-27677A40A984}" dt="2026-01-24T07:22:25.903" v="111" actId="1076"/>
          <ac:spMkLst>
            <pc:docMk/>
            <pc:sldMk cId="1138841112" sldId="286"/>
            <ac:spMk id="2" creationId="{CF9D04B6-7646-B3BF-9A84-684A467FADAB}"/>
          </ac:spMkLst>
        </pc:spChg>
        <pc:spChg chg="del">
          <ac:chgData name="Yogesh Raje" userId="S::yogesh@edunetfoundation.org::9e0ba697-e1dc-452b-989f-11655901edb1" providerId="AD" clId="Web-{857E11F3-F11C-6843-C73E-27677A40A984}" dt="2026-01-24T07:22:28.622" v="112"/>
          <ac:spMkLst>
            <pc:docMk/>
            <pc:sldMk cId="1138841112" sldId="286"/>
            <ac:spMk id="179" creationId="{66E12AB6-73BA-21A4-6368-DBC20717980B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21.981" v="110" actId="1076"/>
          <ac:picMkLst>
            <pc:docMk/>
            <pc:sldMk cId="1138841112" sldId="286"/>
            <ac:picMk id="3" creationId="{0C919C56-AC7B-B30B-24DD-FBA3E8E6701B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9.375" v="141"/>
          <ac:picMkLst>
            <pc:docMk/>
            <pc:sldMk cId="1138841112" sldId="286"/>
            <ac:picMk id="5" creationId="{BF314CEB-36A0-2FF5-7F53-C10C910CAB03}"/>
          </ac:picMkLst>
        </pc:picChg>
      </pc:sldChg>
      <pc:sldChg chg="new del">
        <pc:chgData name="Yogesh Raje" userId="S::yogesh@edunetfoundation.org::9e0ba697-e1dc-452b-989f-11655901edb1" providerId="AD" clId="Web-{857E11F3-F11C-6843-C73E-27677A40A984}" dt="2026-01-24T07:15:01.913" v="1"/>
        <pc:sldMkLst>
          <pc:docMk/>
          <pc:sldMk cId="859120622" sldId="287"/>
        </pc:sldMkLst>
      </pc:sldChg>
      <pc:sldChg chg="addSp delSp modSp add replId">
        <pc:chgData name="Yogesh Raje" userId="S::yogesh@edunetfoundation.org::9e0ba697-e1dc-452b-989f-11655901edb1" providerId="AD" clId="Web-{857E11F3-F11C-6843-C73E-27677A40A984}" dt="2026-01-24T07:25:42.405" v="131"/>
        <pc:sldMkLst>
          <pc:docMk/>
          <pc:sldMk cId="1034139590" sldId="287"/>
        </pc:sldMkLst>
        <pc:spChg chg="add mod">
          <ac:chgData name="Yogesh Raje" userId="S::yogesh@edunetfoundation.org::9e0ba697-e1dc-452b-989f-11655901edb1" providerId="AD" clId="Web-{857E11F3-F11C-6843-C73E-27677A40A984}" dt="2026-01-24T07:17:36.446" v="31" actId="20577"/>
          <ac:spMkLst>
            <pc:docMk/>
            <pc:sldMk cId="1034139590" sldId="287"/>
            <ac:spMk id="3" creationId="{0A9D9ED1-DFE2-2CB1-E07B-2D3C44A85C9C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42.405" v="131"/>
          <ac:picMkLst>
            <pc:docMk/>
            <pc:sldMk cId="1034139590" sldId="287"/>
            <ac:picMk id="5" creationId="{B04F3E9D-0527-2FF2-E87C-9369E2B678CF}"/>
          </ac:picMkLst>
        </pc:picChg>
        <pc:picChg chg="del">
          <ac:chgData name="Yogesh Raje" userId="S::yogesh@edunetfoundation.org::9e0ba697-e1dc-452b-989f-11655901edb1" providerId="AD" clId="Web-{857E11F3-F11C-6843-C73E-27677A40A984}" dt="2026-01-24T07:15:22.335" v="3"/>
          <ac:picMkLst>
            <pc:docMk/>
            <pc:sldMk cId="1034139590" sldId="287"/>
            <ac:picMk id="115" creationId="{150CD634-CE32-8549-99F8-CA4675C2F439}"/>
          </ac:picMkLst>
        </pc:picChg>
      </pc:sldChg>
      <pc:sldChg chg="addSp modSp add replId">
        <pc:chgData name="Yogesh Raje" userId="S::yogesh@edunetfoundation.org::9e0ba697-e1dc-452b-989f-11655901edb1" providerId="AD" clId="Web-{857E11F3-F11C-6843-C73E-27677A40A984}" dt="2026-01-24T07:25:45.921" v="132"/>
        <pc:sldMkLst>
          <pc:docMk/>
          <pc:sldMk cId="4281176502" sldId="288"/>
        </pc:sldMkLst>
        <pc:spChg chg="mod">
          <ac:chgData name="Yogesh Raje" userId="S::yogesh@edunetfoundation.org::9e0ba697-e1dc-452b-989f-11655901edb1" providerId="AD" clId="Web-{857E11F3-F11C-6843-C73E-27677A40A984}" dt="2026-01-24T07:17:29.946" v="29" actId="20577"/>
          <ac:spMkLst>
            <pc:docMk/>
            <pc:sldMk cId="4281176502" sldId="288"/>
            <ac:spMk id="3" creationId="{F987C414-2D49-9E5D-A5D6-CF94524B9BE5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45.921" v="132"/>
          <ac:picMkLst>
            <pc:docMk/>
            <pc:sldMk cId="4281176502" sldId="288"/>
            <ac:picMk id="5" creationId="{2899F497-8CBE-8DC8-B6F2-DCAEF5D36669}"/>
          </ac:picMkLst>
        </pc:picChg>
      </pc:sldChg>
      <pc:sldChg chg="modSp add replId">
        <pc:chgData name="Yogesh Raje" userId="S::yogesh@edunetfoundation.org::9e0ba697-e1dc-452b-989f-11655901edb1" providerId="AD" clId="Web-{857E11F3-F11C-6843-C73E-27677A40A984}" dt="2026-01-24T07:27:35.250" v="160" actId="20577"/>
        <pc:sldMkLst>
          <pc:docMk/>
          <pc:sldMk cId="200156314" sldId="289"/>
        </pc:sldMkLst>
        <pc:spChg chg="mod">
          <ac:chgData name="Yogesh Raje" userId="S::yogesh@edunetfoundation.org::9e0ba697-e1dc-452b-989f-11655901edb1" providerId="AD" clId="Web-{857E11F3-F11C-6843-C73E-27677A40A984}" dt="2026-01-24T07:27:02.859" v="148" actId="20577"/>
          <ac:spMkLst>
            <pc:docMk/>
            <pc:sldMk cId="200156314" sldId="289"/>
            <ac:spMk id="278" creationId="{7BDA5ADF-C9A0-CA5D-844A-6AC3872A0D8C}"/>
          </ac:spMkLst>
        </pc:spChg>
        <pc:spChg chg="mod">
          <ac:chgData name="Yogesh Raje" userId="S::yogesh@edunetfoundation.org::9e0ba697-e1dc-452b-989f-11655901edb1" providerId="AD" clId="Web-{857E11F3-F11C-6843-C73E-27677A40A984}" dt="2026-01-24T07:27:35.250" v="160" actId="20577"/>
          <ac:spMkLst>
            <pc:docMk/>
            <pc:sldMk cId="200156314" sldId="289"/>
            <ac:spMk id="279" creationId="{AF5AFD00-74FD-B439-5973-23933ABD88E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7EF10545-1A46-607A-9459-61E8362F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5957A8EB-ADFD-B035-BD54-1E8A3CB36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20716EB-D155-31F5-DA5A-E1CD60F5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5538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166C2B5-4668-A97F-2B37-43C42F22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1DCE13D3-CED5-0A42-C57E-C51AFD2A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05A17E4-5523-52B1-27CC-3C3485618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404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33DCD37-0C3F-12BB-708C-15A0BFB7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3D30803-6188-6E87-DDB6-6562A9E17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DC8AB23-C1B1-CB09-E0BB-C9AAC48979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5224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A63A9C66-2952-903D-83F1-D9F7981B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DC0C7460-0316-B69D-13B6-FF07EC57B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0173EAB6-F44B-63ED-F869-2979BED7C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1313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D9BD954-16FD-FB57-C6A4-EB5D3F15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F3489E1-7724-611B-4E81-BEA0792A2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0D8B4C3-8B92-E26F-E1AC-2161B8338F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30805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5F81AA1-D470-94B2-DBAC-B3997B8A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BF3C5CFF-BD30-3A5C-BD37-8285A5CF2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D3D9FE95-01C0-4EF5-0973-1DCBDDB3C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25096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hyperlink" Target="mailto:Tejaswini.mca25@bmsce.ac.in" TargetMode="External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hyperlink" Target="mailto:Anupama.mca25@bmsce.ac.i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damtejaswini/AI-Based-Crop-Health-Monitoring-and-Advisory-System/blob/main/app.py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github.com/dadamtejaswini/AI-Based-Crop-Health-Monitoring-and-Advisory-System/blob/main/Problem_Statement%5BAgro%20AI%5D.pdf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81583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Agentic AI Hackathon: Building Intelligent Agents with IBM Granite and </a:t>
            </a:r>
            <a:r>
              <a:rPr lang="en-US" dirty="0" err="1"/>
              <a:t>LangFlow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endParaRPr lang="en-US" b="1" i="1" dirty="0" smtClean="0"/>
          </a:p>
          <a:p>
            <a:pPr algn="ctr"/>
            <a:r>
              <a:rPr lang="en-US" b="1" i="1" dirty="0" smtClean="0"/>
              <a:t> </a:t>
            </a:r>
            <a:r>
              <a:rPr lang="en-US" b="1" i="1" dirty="0"/>
              <a:t>AI-Based Crop Health Monitoring and Advisory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0813B-BF9E-B61A-92D0-FA37C9906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481943" y="1219200"/>
            <a:ext cx="7301728" cy="27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 </a:t>
            </a:r>
            <a:r>
              <a:rPr lang="en-US" sz="3500" b="1" dirty="0" smtClean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Agro AI</a:t>
            </a:r>
            <a:r>
              <a:rPr lang="en-US" sz="3500" b="1" i="0" u="none" strike="noStrike" cap="none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b="1" i="0" u="none" strike="noStrike" cap="none" dirty="0" smtClean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95" name="Google Shape;95;p2"/>
          <p:cNvSpPr txBox="1"/>
          <p:nvPr/>
        </p:nvSpPr>
        <p:spPr>
          <a:xfrm>
            <a:off x="2190457" y="1490505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</a:t>
            </a:r>
            <a:r>
              <a:rPr lang="en-US" sz="3200" b="1" i="0" u="none" strike="noStrike" cap="none" dirty="0" smtClean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members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125910746"/>
              </p:ext>
            </p:extLst>
          </p:nvPr>
        </p:nvGraphicFramePr>
        <p:xfrm>
          <a:off x="1596852" y="1942025"/>
          <a:ext cx="9086582" cy="399562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92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5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5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5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1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TEAM MEMBER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 smtClean="0"/>
                        <a:t>Dadam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Tejaswini</a:t>
                      </a:r>
                      <a:endParaRPr lang="en-US" dirty="0" smtClean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>
                          <a:hlinkClick r:id="rId3"/>
                        </a:rPr>
                        <a:t>Tejaswini.mca25@bmsce.ac.in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9100925720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 smtClean="0"/>
                        <a:t>Beldona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Anupama</a:t>
                      </a:r>
                      <a:endParaRPr lang="en-US" dirty="0" smtClean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>
                          <a:hlinkClick r:id="rId4"/>
                        </a:rPr>
                        <a:t>Anupama.mca25@bmsce.ac.in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9505384485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 smtClean="0"/>
                        <a:t>Bhoomika</a:t>
                      </a:r>
                      <a:r>
                        <a:rPr lang="en-US" sz="1400" baseline="0" dirty="0" smtClean="0"/>
                        <a:t> Mane</a:t>
                      </a:r>
                      <a:endParaRPr lang="en-US" sz="1400" dirty="0" smtClean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smtClean="0">
                          <a:hlinkClick r:id="rId4"/>
                        </a:rPr>
                        <a:t>bhoomika.mca25@bmsce.ac.in</a:t>
                      </a:r>
                      <a:endParaRPr lang="en-US"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smtClean="0"/>
                        <a:t>8123243573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3071BE8-5070-42BA-3450-6F0039B853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943" y="2734454"/>
            <a:ext cx="1186578" cy="8984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125" y="3939837"/>
            <a:ext cx="928213" cy="9231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5098832" y="5076119"/>
            <a:ext cx="860505" cy="7702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804671" y="1188720"/>
            <a:ext cx="1048536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 Statement 11: AI-Based Crop Health Monitoring and Advisory System</a:t>
            </a:r>
            <a:endParaRPr lang="en-IN" b="1" dirty="0"/>
          </a:p>
          <a:p>
            <a:r>
              <a:rPr lang="en-US" b="1" dirty="0"/>
              <a:t>The Challenge</a:t>
            </a:r>
            <a:endParaRPr lang="en-IN" b="1" dirty="0"/>
          </a:p>
          <a:p>
            <a:r>
              <a:rPr lang="en-US" dirty="0"/>
              <a:t>Crop health is influenced by multiple factors such as soil conditions, weather patterns, pest activity, and irrigation practices. Farmers often rely on periodic field inspections and experience-based judgment, which may delay the identification of early crop stress. Manual analysis of multi-source agricultural data is not scalable, leading to reduced yield and increased input costs. There is a need for an intelligent assistive system that can continuously analyze crop-related data and provide early insights into potential crop health issues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Agricultural Data Analysis Agent</a:t>
            </a:r>
            <a:endParaRPr lang="en-IN" b="1" dirty="0"/>
          </a:p>
          <a:p>
            <a:r>
              <a:rPr lang="en-US" dirty="0"/>
              <a:t>An agent that ingests soil moisture levels, temperature, humidity, crop growth stage data, and weather forecasts, organizing them into meaningful crop health trends.</a:t>
            </a:r>
            <a:endParaRPr lang="en-IN" dirty="0"/>
          </a:p>
          <a:p>
            <a:r>
              <a:rPr lang="en-US" b="1" dirty="0"/>
              <a:t>Risk Trend Detection Agent</a:t>
            </a:r>
            <a:endParaRPr lang="en-IN" b="1" dirty="0"/>
          </a:p>
          <a:p>
            <a:r>
              <a:rPr lang="en-US" dirty="0"/>
              <a:t>An agent that analyzes short-term and long-term patterns to identify early signs of crop stress, pest risk, or adverse growing conditions using historical data and agronomic thresholds.</a:t>
            </a:r>
            <a:endParaRPr lang="en-IN" dirty="0"/>
          </a:p>
          <a:p>
            <a:r>
              <a:rPr lang="en-US" b="1" dirty="0"/>
              <a:t>Advisory &amp; Best-Practice Assistant</a:t>
            </a:r>
            <a:endParaRPr lang="en-IN" b="1" dirty="0"/>
          </a:p>
          <a:p>
            <a:r>
              <a:rPr lang="en-US" dirty="0"/>
              <a:t>An agent that generates early alerts and provides agronomy-aligned advisories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 </a:t>
            </a:r>
            <a:r>
              <a:rPr lang="en-US" i="1" dirty="0"/>
              <a:t>(assistive only, non-prescriptive).</a:t>
            </a:r>
            <a:endParaRPr lang="en-IN" dirty="0"/>
          </a:p>
          <a:p>
            <a:r>
              <a:rPr lang="en-US" b="1" dirty="0"/>
              <a:t>Outcome</a:t>
            </a:r>
            <a:endParaRPr lang="en-IN" b="1" dirty="0"/>
          </a:p>
          <a:p>
            <a:r>
              <a:rPr lang="en-US" dirty="0"/>
              <a:t>Supports early identification of crop health risks, improves farm decision awareness, and promotes sustainable crop management.</a:t>
            </a:r>
            <a:endParaRPr lang="en-IN" dirty="0"/>
          </a:p>
          <a:p>
            <a:r>
              <a:rPr lang="en-US" b="1" dirty="0"/>
              <a:t>Mandatory Tech Stack</a:t>
            </a:r>
            <a:endParaRPr lang="en-IN" b="1" dirty="0"/>
          </a:p>
          <a:p>
            <a:r>
              <a:rPr lang="en-US" dirty="0"/>
              <a:t>Lang Flow using IBM Granite Model</a:t>
            </a:r>
            <a:r>
              <a:rPr lang="en-IN" dirty="0"/>
              <a:t/>
            </a:r>
            <a:br>
              <a:rPr lang="en-IN" dirty="0"/>
            </a:br>
            <a:r>
              <a:rPr lang="en-US" dirty="0"/>
              <a:t> (Using RAG on agronomy guidelines, crop management best practices, and trusted agricultural references).</a:t>
            </a:r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7FE32-8AA8-E540-E0AA-C9737C71A0E2}"/>
              </a:ext>
            </a:extLst>
          </p:cNvPr>
          <p:cNvSpPr txBox="1"/>
          <p:nvPr/>
        </p:nvSpPr>
        <p:spPr>
          <a:xfrm>
            <a:off x="805056" y="447690"/>
            <a:ext cx="32268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Problem statement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64CCA-ED49-69BC-3595-2C1CBD5E6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44C99C-C879-4B03-F7F7-7306F7D33083}"/>
              </a:ext>
            </a:extLst>
          </p:cNvPr>
          <p:cNvSpPr txBox="1"/>
          <p:nvPr/>
        </p:nvSpPr>
        <p:spPr>
          <a:xfrm>
            <a:off x="1155130" y="1484582"/>
            <a:ext cx="91085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propose an AI-Based Crop Health Monitoring and Advisory System using an Agentic AI architecture with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Langflow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IBM Granite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LLM.The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system analyzes crop details, soil condition, and weather data to identify early signs of crop stress or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disease.Intelligent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agents detect risk trends and generate early alerts, while the advisory agent provides assistive, non-prescriptive recommendations based on agronomy best practices using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RAG.This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enables timely, data-driven decision support for farmers.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48320-B634-92CD-C520-43B25557F859}"/>
              </a:ext>
            </a:extLst>
          </p:cNvPr>
          <p:cNvSpPr txBox="1"/>
          <p:nvPr/>
        </p:nvSpPr>
        <p:spPr>
          <a:xfrm>
            <a:off x="893255" y="741143"/>
            <a:ext cx="45391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Proposed solution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E1157-422B-2DEC-F7BF-0A06B973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A01B5799-6C2E-7FE4-A2C6-734DB049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4CB905EF-62C2-FD1F-CE05-FBD2CBBD3921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6727-ECCC-12A7-1A74-4C72030B01EA}"/>
              </a:ext>
            </a:extLst>
          </p:cNvPr>
          <p:cNvSpPr txBox="1"/>
          <p:nvPr/>
        </p:nvSpPr>
        <p:spPr>
          <a:xfrm>
            <a:off x="918694" y="1960611"/>
            <a:ext cx="100595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Farmers often rely on manual inspections and experience-based decisions, which can delay the detection of crop health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issues.With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increasing climate variability and complex agricultural data, there is a need for an intelligent system that continuously analyzes crop, soil, and weather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information.This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project helps in early identification of crop health risks, reduces yield loss, and promotes sustainable and cost-effective farming practices.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D9ED1-DFE2-2CB1-E07B-2D3C44A85C9C}"/>
              </a:ext>
            </a:extLst>
          </p:cNvPr>
          <p:cNvSpPr txBox="1"/>
          <p:nvPr/>
        </p:nvSpPr>
        <p:spPr>
          <a:xfrm>
            <a:off x="1034441" y="524940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Need of project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F3E9D-0527-2FF2-E87C-9369E2B6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3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1D21EE38-4FEA-9D7F-68F1-831EDFE1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68C1E71E-9159-FD3B-73D2-CC7380E7CB93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1273CA-7EF7-F715-EF93-66F231F3ABD1}"/>
              </a:ext>
            </a:extLst>
          </p:cNvPr>
          <p:cNvSpPr txBox="1"/>
          <p:nvPr/>
        </p:nvSpPr>
        <p:spPr>
          <a:xfrm>
            <a:off x="1005840" y="1584102"/>
            <a:ext cx="102687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Farmers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Agricultural Officers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Agronomy Consultants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Farming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Platforms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Government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&amp; Agricultural Agencies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7C414-2D49-9E5D-A5D6-CF94524B9BE5}"/>
              </a:ext>
            </a:extLst>
          </p:cNvPr>
          <p:cNvSpPr txBox="1"/>
          <p:nvPr/>
        </p:nvSpPr>
        <p:spPr>
          <a:xfrm>
            <a:off x="1034441" y="524940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End user of project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9F497-8CBE-8DC8-B6F2-DCAEF5D3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7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Langflow</a:t>
            </a:r>
            <a:r>
              <a:rPr lang="en-US" sz="1800" dirty="0"/>
              <a:t>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Langflow</a:t>
            </a:r>
            <a:r>
              <a:rPr lang="en-US" sz="1800" dirty="0"/>
              <a:t> component name –  Agent  , Chat input , Chat output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</a:t>
            </a:r>
            <a:r>
              <a:rPr lang="en-US" sz="1800" dirty="0" err="1"/>
              <a:t>Grainte</a:t>
            </a:r>
            <a:r>
              <a:rPr lang="en-US" sz="1800" dirty="0"/>
              <a:t> model -  for </a:t>
            </a:r>
            <a:r>
              <a:rPr lang="en-US" sz="1800" dirty="0" err="1"/>
              <a:t>eg</a:t>
            </a:r>
            <a:r>
              <a:rPr lang="en-US" sz="1800" dirty="0"/>
              <a:t> – ibm-granite-3-2-8b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RAG if used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Watsonx.ai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Watsonx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2C005-E1BD-D1EA-4A68-50937DBC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7559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064264" y="1583562"/>
            <a:ext cx="9422399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· First platform merging micro‑climate sensing, </a:t>
            </a:r>
            <a:r>
              <a:rPr lang="en-US" sz="2000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GenAI</a:t>
            </a:r>
            <a:r>
              <a:rPr lang="en-US" sz="20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, and </a:t>
            </a:r>
            <a:r>
              <a:rPr lang="en-US" sz="2000" b="0" i="0" u="none" strike="noStrike" cap="none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policy  </a:t>
            </a:r>
            <a:r>
              <a:rPr lang="en-US" sz="20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retrieval for urban adaptation.</a:t>
            </a:r>
            <a:endParaRPr sz="20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064263" y="2826764"/>
            <a:ext cx="9422400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· Uses non‑wearable, rooftop nodes—cheaper and easier to </a:t>
            </a:r>
            <a:r>
              <a:rPr lang="en-US" sz="2000" b="0" i="0" u="none" strike="noStrike" cap="none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deploy city‑wide</a:t>
            </a:r>
            <a:r>
              <a:rPr lang="en-US" sz="20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.</a:t>
            </a:r>
            <a:endParaRPr sz="20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064262" y="3829112"/>
            <a:ext cx="9422401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· Granite‑guarded outputs ensure bias‑free, </a:t>
            </a:r>
            <a:r>
              <a:rPr lang="en-US" sz="2000" b="0" i="0" u="none" strike="noStrike" cap="none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regulation‑compliant advice</a:t>
            </a:r>
            <a:r>
              <a:rPr lang="en-US" sz="20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.</a:t>
            </a:r>
            <a:endParaRPr sz="20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6BD740-4294-408A-9014-7C75E9F5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0555" y="1093113"/>
            <a:ext cx="8804051" cy="470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7"/>
          <p:cNvSpPr txBox="1"/>
          <p:nvPr/>
        </p:nvSpPr>
        <p:spPr>
          <a:xfrm>
            <a:off x="1003545" y="364352"/>
            <a:ext cx="820782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Technical flow diagram - Architecture</a:t>
            </a:r>
            <a:r>
              <a:rPr lang="en-US" sz="2400" b="1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blueprint</a:t>
            </a:r>
            <a:endParaRPr lang="en-US" sz="2400" b="1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F004CF-732B-B365-E320-17AD7B82A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err="1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Langflow</a:t>
            </a:r>
            <a:r>
              <a:rPr lang="en-US" sz="2400" b="1" i="0" u="none" strike="noStrike" cap="none" dirty="0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 component Used </a:t>
            </a:r>
            <a:endParaRPr lang="en-US" sz="2400" b="1" i="0" u="none" strike="noStrike" cap="none">
              <a:solidFill>
                <a:srgbClr val="000000"/>
              </a:solidFill>
              <a:ea typeface="Times New Roman"/>
              <a:cs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621792" y="1389888"/>
            <a:ext cx="882396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entury" panose="02040604050505020304" pitchFamily="18" charset="0"/>
              </a:rPr>
              <a:t>Explain the use of each </a:t>
            </a:r>
            <a:r>
              <a:rPr lang="en-US" sz="1600" dirty="0" err="1">
                <a:latin typeface="Century" panose="02040604050505020304" pitchFamily="18" charset="0"/>
              </a:rPr>
              <a:t>langflow</a:t>
            </a:r>
            <a:r>
              <a:rPr lang="en-US" sz="1600" dirty="0">
                <a:latin typeface="Century" panose="02040604050505020304" pitchFamily="18" charset="0"/>
              </a:rPr>
              <a:t> component  used into you project</a:t>
            </a:r>
          </a:p>
          <a:p>
            <a:endParaRPr lang="en-US" sz="1600" dirty="0">
              <a:latin typeface="Century" panose="02040604050505020304" pitchFamily="18" charset="0"/>
            </a:endParaRPr>
          </a:p>
          <a:p>
            <a:endParaRPr lang="en-US" sz="1600" dirty="0">
              <a:latin typeface="Century" panose="02040604050505020304" pitchFamily="18" charset="0"/>
            </a:endParaRPr>
          </a:p>
          <a:p>
            <a:r>
              <a:rPr lang="en-US" sz="1600" dirty="0">
                <a:latin typeface="Century" panose="02040604050505020304" pitchFamily="18" charset="0"/>
              </a:rPr>
              <a:t>1)Chat Input – </a:t>
            </a:r>
            <a:endParaRPr lang="en-US" sz="1600" dirty="0" smtClean="0">
              <a:latin typeface="Century" panose="02040604050505020304" pitchFamily="18" charset="0"/>
            </a:endParaRPr>
          </a:p>
          <a:p>
            <a:endParaRPr lang="en-US" sz="1600" dirty="0" smtClean="0">
              <a:latin typeface="Century" panose="02040604050505020304" pitchFamily="18" charset="0"/>
            </a:endParaRPr>
          </a:p>
          <a:p>
            <a:r>
              <a:rPr lang="en-US" sz="1600" dirty="0">
                <a:latin typeface="Century" panose="02040604050505020304" pitchFamily="18" charset="0"/>
              </a:rPr>
              <a:t>	crop: </a:t>
            </a:r>
            <a:r>
              <a:rPr lang="en-US" sz="1600" dirty="0" smtClean="0">
                <a:latin typeface="Century" panose="02040604050505020304" pitchFamily="18" charset="0"/>
              </a:rPr>
              <a:t>Tomato</a:t>
            </a:r>
          </a:p>
          <a:p>
            <a:r>
              <a:rPr lang="en-US" sz="1600" dirty="0">
                <a:latin typeface="Century" panose="02040604050505020304" pitchFamily="18" charset="0"/>
              </a:rPr>
              <a:t>	</a:t>
            </a:r>
            <a:r>
              <a:rPr lang="en-US" sz="1600" dirty="0" smtClean="0">
                <a:latin typeface="Century" panose="02040604050505020304" pitchFamily="18" charset="0"/>
              </a:rPr>
              <a:t>symptoms</a:t>
            </a:r>
            <a:r>
              <a:rPr lang="en-US" sz="1600" dirty="0">
                <a:latin typeface="Century" panose="02040604050505020304" pitchFamily="18" charset="0"/>
              </a:rPr>
              <a:t>: Yellow leaves with brown spots appearing on lower </a:t>
            </a:r>
            <a:r>
              <a:rPr lang="en-US" sz="1600" dirty="0" smtClean="0">
                <a:latin typeface="Century" panose="02040604050505020304" pitchFamily="18" charset="0"/>
              </a:rPr>
              <a:t>leaves</a:t>
            </a:r>
          </a:p>
          <a:p>
            <a:r>
              <a:rPr lang="en-US" sz="1600" dirty="0">
                <a:latin typeface="Century" panose="02040604050505020304" pitchFamily="18" charset="0"/>
              </a:rPr>
              <a:t>	</a:t>
            </a:r>
            <a:r>
              <a:rPr lang="en-US" sz="1600" dirty="0" smtClean="0">
                <a:latin typeface="Century" panose="02040604050505020304" pitchFamily="18" charset="0"/>
              </a:rPr>
              <a:t>weather</a:t>
            </a:r>
            <a:r>
              <a:rPr lang="en-US" sz="1600" dirty="0">
                <a:latin typeface="Century" panose="02040604050505020304" pitchFamily="18" charset="0"/>
              </a:rPr>
              <a:t>: Hot and dry conditions with high daytime </a:t>
            </a:r>
            <a:r>
              <a:rPr lang="en-US" sz="1600" dirty="0" smtClean="0">
                <a:latin typeface="Century" panose="02040604050505020304" pitchFamily="18" charset="0"/>
              </a:rPr>
              <a:t>temperature</a:t>
            </a:r>
          </a:p>
          <a:p>
            <a:r>
              <a:rPr lang="en-US" sz="1600" dirty="0">
                <a:latin typeface="Century" panose="02040604050505020304" pitchFamily="18" charset="0"/>
              </a:rPr>
              <a:t>	</a:t>
            </a:r>
            <a:r>
              <a:rPr lang="en-US" sz="1600" dirty="0" smtClean="0">
                <a:latin typeface="Century" panose="02040604050505020304" pitchFamily="18" charset="0"/>
              </a:rPr>
              <a:t>soil</a:t>
            </a:r>
            <a:r>
              <a:rPr lang="en-US" sz="1600" dirty="0">
                <a:latin typeface="Century" panose="02040604050505020304" pitchFamily="18" charset="0"/>
              </a:rPr>
              <a:t>: Low soil moisture with slightly dry soil condition</a:t>
            </a:r>
          </a:p>
          <a:p>
            <a:endParaRPr lang="en-US" sz="1600" dirty="0" smtClean="0">
              <a:latin typeface="Century" panose="02040604050505020304" pitchFamily="18" charset="0"/>
            </a:endParaRPr>
          </a:p>
          <a:p>
            <a:endParaRPr lang="en-US" sz="1600" dirty="0">
              <a:latin typeface="Century" panose="02040604050505020304" pitchFamily="18" charset="0"/>
            </a:endParaRPr>
          </a:p>
          <a:p>
            <a:r>
              <a:rPr lang="en-US" sz="1600" dirty="0">
                <a:latin typeface="Century" panose="02040604050505020304" pitchFamily="18" charset="0"/>
              </a:rPr>
              <a:t>2) IBM </a:t>
            </a:r>
            <a:r>
              <a:rPr lang="en-US" sz="1600" dirty="0" err="1">
                <a:latin typeface="Century" panose="02040604050505020304" pitchFamily="18" charset="0"/>
              </a:rPr>
              <a:t>watsonx</a:t>
            </a:r>
            <a:r>
              <a:rPr lang="en-US" sz="1600" dirty="0">
                <a:latin typeface="Century" panose="02040604050505020304" pitchFamily="18" charset="0"/>
              </a:rPr>
              <a:t> AI Agent</a:t>
            </a:r>
          </a:p>
          <a:p>
            <a:endParaRPr lang="en-US" sz="1600" dirty="0">
              <a:latin typeface="Century" panose="02040604050505020304" pitchFamily="18" charset="0"/>
            </a:endParaRPr>
          </a:p>
          <a:p>
            <a:pPr marL="342900" indent="-342900">
              <a:buAutoNum type="arabicParenR" startAt="3"/>
            </a:pPr>
            <a:r>
              <a:rPr lang="en-US" sz="1600" dirty="0">
                <a:latin typeface="Century" panose="02040604050505020304" pitchFamily="18" charset="0"/>
              </a:rPr>
              <a:t>File component</a:t>
            </a:r>
          </a:p>
          <a:p>
            <a:pPr marL="342900" indent="-342900">
              <a:buAutoNum type="arabicParenR" startAt="3"/>
            </a:pPr>
            <a:endParaRPr lang="en-US" sz="1600" dirty="0">
              <a:latin typeface="Century" panose="02040604050505020304" pitchFamily="18" charset="0"/>
            </a:endParaRPr>
          </a:p>
          <a:p>
            <a:pPr marL="342900" indent="-342900">
              <a:buAutoNum type="arabicParenR" startAt="3"/>
            </a:pPr>
            <a:r>
              <a:rPr lang="en-US" sz="1600" dirty="0">
                <a:latin typeface="Century" panose="02040604050505020304" pitchFamily="18" charset="0"/>
              </a:rPr>
              <a:t>Chat output </a:t>
            </a:r>
          </a:p>
          <a:p>
            <a:pPr marL="342900" indent="-342900">
              <a:buAutoNum type="arabicParenR" startAt="3"/>
            </a:pPr>
            <a:endParaRPr lang="en-US" sz="1600" dirty="0">
              <a:latin typeface="Century" panose="02040604050505020304" pitchFamily="18" charset="0"/>
            </a:endParaRPr>
          </a:p>
          <a:p>
            <a:pPr marL="342900" indent="-342900">
              <a:buAutoNum type="arabicParenR" startAt="3"/>
            </a:pPr>
            <a:r>
              <a:rPr lang="en-US" sz="1600" dirty="0">
                <a:latin typeface="Century" panose="02040604050505020304" pitchFamily="18" charset="0"/>
              </a:rPr>
              <a:t>Add name of any other component used.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A7959-9FC6-1DAE-7A47-36165450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079FEC-4447-C4FA-64A4-CB532564DAF6}"/>
              </a:ext>
            </a:extLst>
          </p:cNvPr>
          <p:cNvSpPr txBox="1"/>
          <p:nvPr/>
        </p:nvSpPr>
        <p:spPr>
          <a:xfrm>
            <a:off x="838779" y="200739"/>
            <a:ext cx="4684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1 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96" y="793258"/>
            <a:ext cx="10562253" cy="529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9E2832E4-AC39-7A49-D4B6-C1A4B148E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23FCBA-FC00-378F-C117-12DC1F4FD6E0}"/>
              </a:ext>
            </a:extLst>
          </p:cNvPr>
          <p:cNvSpPr txBox="1"/>
          <p:nvPr/>
        </p:nvSpPr>
        <p:spPr>
          <a:xfrm>
            <a:off x="1065320" y="138955"/>
            <a:ext cx="546666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59E40-7B3E-CFB4-3FD9-6C10E068F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343" y="600620"/>
            <a:ext cx="11366341" cy="551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43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1ACF88B-2F75-CE59-3114-C1537EDD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FE5FD7-2292-570F-1397-1E9287F8CB9D}"/>
              </a:ext>
            </a:extLst>
          </p:cNvPr>
          <p:cNvSpPr txBox="1"/>
          <p:nvPr/>
        </p:nvSpPr>
        <p:spPr>
          <a:xfrm>
            <a:off x="1065320" y="138955"/>
            <a:ext cx="52607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Screenshot 1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72FD1-7A0B-E5B9-638C-B95C4CCFE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54" y="699452"/>
            <a:ext cx="10387491" cy="551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84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5838F091-0014-6AB2-D2EE-81C735D1B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9D04B6-7646-B3BF-9A84-684A467FADAB}"/>
              </a:ext>
            </a:extLst>
          </p:cNvPr>
          <p:cNvSpPr txBox="1"/>
          <p:nvPr/>
        </p:nvSpPr>
        <p:spPr>
          <a:xfrm>
            <a:off x="1219779" y="200739"/>
            <a:ext cx="46222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/>
              <a:t>Output </a:t>
            </a:r>
            <a:r>
              <a:rPr lang="en-US" sz="2400" b="1" dirty="0"/>
              <a:t>Screenshot 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14CEB-36A0-2FF5-7F53-C10C910CA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734" y="1007705"/>
            <a:ext cx="9484866" cy="516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841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2000" dirty="0" smtClean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</a:t>
            </a: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</a:t>
            </a:r>
            <a:r>
              <a:rPr lang="en-US" sz="200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</a:t>
            </a: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sensors for real-time </a:t>
            </a:r>
            <a:r>
              <a:rPr lang="en-US" sz="20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Multilingual </a:t>
            </a: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voice-based </a:t>
            </a:r>
            <a:r>
              <a:rPr lang="en-US" sz="20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advisory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Satellite </a:t>
            </a: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drone image </a:t>
            </a:r>
            <a:r>
              <a:rPr lang="en-US" sz="20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Historical </a:t>
            </a: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trend analytics for yield </a:t>
            </a:r>
            <a:r>
              <a:rPr lang="en-US" sz="20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</a:t>
            </a: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 deployment for farmers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6DCFED-2C83-7A17-CDB2-A4F4D4BB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82732" y="1393947"/>
            <a:ext cx="9214580" cy="469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</a:t>
            </a: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600" u="sng" dirty="0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https</a:t>
            </a:r>
            <a:r>
              <a:rPr lang="en-US" sz="1600" u="sng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://github.com/dadamtejaswini/AI-Based-Crop-Health-Monitoring-and-Advisory-System</a:t>
            </a:r>
            <a:endParaRPr lang="en-US" sz="1600" u="sng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lang="en-US" sz="16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</a:t>
            </a:r>
            <a:r>
              <a:rPr lang="en-US" sz="16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github.com/dadamtejaswini/AI-Based-Crop-Health-Monitoring-and-Advisory-System/blob/main/app.py</a:t>
            </a:r>
            <a:endParaRPr lang="en-US" sz="1600" dirty="0" smtClean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6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6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16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</a:t>
            </a:r>
            <a:r>
              <a:rPr lang="en-US" sz="16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github.com/dadamtejaswini/AI-Based-Crop-Health-Monitoring-and-Advisory-System/blob/main/Problem_Statement%5BAgro%20AI%5D.pdf</a:t>
            </a:r>
            <a:endParaRPr lang="en-US" sz="1600" dirty="0" smtClean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6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6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600" u="sng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https://</a:t>
            </a:r>
            <a:r>
              <a:rPr lang="en-US" sz="1600" u="sng" dirty="0" smtClean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github.com/dadamtejaswini/AI-Based-Crop-Health-Monitoring-and-Advisory-System/blob/main/Hackathon%5BAgro%20AI%5D.pptx</a:t>
            </a:r>
            <a:endParaRPr lang="en-US" sz="1600" u="sng" dirty="0" smtClean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925A06-F7F9-F25E-EBB3-1891B33446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FECD098C-4ECF-993B-66E2-9989F83F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BDA5ADF-C9A0-CA5D-844A-6AC3872A0D8C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</a:pPr>
            <a:r>
              <a:rPr lang="en-US" sz="3500" b="1" dirty="0">
                <a:solidFill>
                  <a:srgbClr val="051D3A"/>
                </a:solidFill>
                <a:latin typeface="Times New Roman"/>
                <a:cs typeface="Times New Roman"/>
                <a:sym typeface="Times New Roman"/>
              </a:rPr>
              <a:t>References </a:t>
            </a:r>
            <a:endParaRPr lang="en-US" dirty="0"/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AF5AFD00-74FD-B439-5973-23933ABD88EC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2000" dirty="0" smtClean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FAO </a:t>
            </a: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Crop Management </a:t>
            </a:r>
            <a:r>
              <a:rPr lang="en-US" sz="20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Guidelines</a:t>
            </a: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Agricultural </a:t>
            </a: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Extension Best </a:t>
            </a:r>
            <a:r>
              <a:rPr lang="en-US" sz="20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Practices</a:t>
            </a: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</a:t>
            </a: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watsonx.ai </a:t>
            </a:r>
            <a:r>
              <a:rPr lang="en-US" sz="20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Documentation</a:t>
            </a: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 err="1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Langflow</a:t>
            </a:r>
            <a:r>
              <a:rPr lang="en-US" sz="20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Official Documentation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D86E9480-AE0D-8F00-984F-1C0F8F53C1EC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8F2A10B-67AA-AAE6-232F-CFA602CB53A9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C95F8CEF-91B5-DD0D-C876-1BFF8ED80FBF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0EC5B-78FF-4D99-1A49-A2DD6DB4A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56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9DDD0D-7A91-1E4E-00BA-F7FF05ABF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1226</TotalTime>
  <Words>608</Words>
  <Application>Microsoft Office PowerPoint</Application>
  <PresentationFormat>Widescreen</PresentationFormat>
  <Paragraphs>130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Century</vt:lpstr>
      <vt:lpstr>Times New Roman</vt:lpstr>
      <vt:lpstr>Office Theme</vt:lpstr>
      <vt:lpstr>Agentic AI Hackathon: Building Intelligent Agents with IBM Granite and LangFlow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D TEJASWINI</cp:lastModifiedBy>
  <cp:revision>122</cp:revision>
  <dcterms:created xsi:type="dcterms:W3CDTF">2025-07-08T05:06:56Z</dcterms:created>
  <dcterms:modified xsi:type="dcterms:W3CDTF">2026-01-28T05:54:27Z</dcterms:modified>
</cp:coreProperties>
</file>